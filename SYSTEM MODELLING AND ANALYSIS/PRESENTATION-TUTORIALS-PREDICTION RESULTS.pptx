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6805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625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6108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50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220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577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4103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785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805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3743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2577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9206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2636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3237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0039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135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339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6B81DEE-BC2F-4582-805B-9F085425C66C}" type="datetimeFigureOut">
              <a:rPr lang="pl-PL" smtClean="0"/>
              <a:t>19.01.2022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pl-PL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1678092-B9D5-4BEC-98B0-748C1DCC87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253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51CB63-B7A5-485F-8F66-818E29A4D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219200"/>
            <a:ext cx="8825658" cy="3558181"/>
          </a:xfrm>
        </p:spPr>
        <p:txBody>
          <a:bodyPr/>
          <a:lstStyle/>
          <a:p>
            <a:r>
              <a:rPr lang="pl-PL" sz="6600" dirty="0">
                <a:latin typeface="Arial" panose="020B0604020202020204" pitchFamily="34" charset="0"/>
                <a:cs typeface="Arial" panose="020B0604020202020204" pitchFamily="34" charset="0"/>
              </a:rPr>
              <a:t>PREDICTION OF THE EMOTION - RESULTS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C747D6-27A3-4A6C-8D89-6E4B4C989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r"/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Bartłomiej </a:t>
            </a:r>
            <a:r>
              <a:rPr lang="pl-PL" sz="1200" dirty="0" err="1">
                <a:latin typeface="Arial" panose="020B0604020202020204" pitchFamily="34" charset="0"/>
                <a:cs typeface="Arial" panose="020B0604020202020204" pitchFamily="34" charset="0"/>
              </a:rPr>
              <a:t>koptyra</a:t>
            </a:r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Sebastian Smolarczyk</a:t>
            </a:r>
          </a:p>
          <a:p>
            <a:pPr algn="r"/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Mateusz </a:t>
            </a:r>
            <a:r>
              <a:rPr lang="pl-PL" sz="1200" dirty="0" err="1">
                <a:latin typeface="Arial" panose="020B0604020202020204" pitchFamily="34" charset="0"/>
                <a:cs typeface="Arial" panose="020B0604020202020204" pitchFamily="34" charset="0"/>
              </a:rPr>
              <a:t>guściora</a:t>
            </a:r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99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9D7548-FB54-422C-B691-FBDCA57BC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RECAP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257F888-7245-4111-BDAB-3B51D1B11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3200" b="0" i="0" u="none" strike="noStrike" dirty="0" err="1">
                <a:solidFill>
                  <a:srgbClr val="3A3A3A"/>
                </a:solidFill>
                <a:effectLst/>
                <a:latin typeface="Arial" panose="020B0604020202020204" pitchFamily="34" charset="0"/>
              </a:rPr>
              <a:t>Prediction</a:t>
            </a:r>
            <a:r>
              <a:rPr lang="pl-PL" sz="3200" b="0" i="0" u="none" strike="noStrike" dirty="0">
                <a:solidFill>
                  <a:srgbClr val="3A3A3A"/>
                </a:solidFill>
                <a:effectLst/>
                <a:latin typeface="Arial" panose="020B0604020202020204" pitchFamily="34" charset="0"/>
              </a:rPr>
              <a:t> of the </a:t>
            </a:r>
            <a:r>
              <a:rPr lang="pl-PL" sz="3200" b="0" i="0" u="none" strike="noStrike" dirty="0" err="1">
                <a:solidFill>
                  <a:srgbClr val="3A3A3A"/>
                </a:solidFill>
                <a:effectLst/>
                <a:latin typeface="Arial" panose="020B0604020202020204" pitchFamily="34" charset="0"/>
              </a:rPr>
              <a:t>emotion</a:t>
            </a:r>
            <a:endParaRPr lang="pl-PL" sz="3200" b="0" i="0" u="none" strike="noStrike" dirty="0">
              <a:solidFill>
                <a:srgbClr val="3A3A3A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3200" b="0" i="0" u="none" strike="noStrike" dirty="0">
                <a:solidFill>
                  <a:srgbClr val="3A3A3A"/>
                </a:solidFill>
                <a:effectLst/>
                <a:latin typeface="Arial" panose="020B0604020202020204" pitchFamily="34" charset="0"/>
              </a:rPr>
              <a:t>Continuous bag of words model architecture</a:t>
            </a:r>
            <a:endParaRPr lang="pl-PL" sz="3200" b="0" i="0" u="none" strike="noStrike" dirty="0">
              <a:solidFill>
                <a:srgbClr val="3A3A3A"/>
              </a:solidFill>
              <a:effectLst/>
              <a:latin typeface="Arial" panose="020B0604020202020204" pitchFamily="34" charset="0"/>
            </a:endParaRPr>
          </a:p>
          <a:p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</a:rPr>
              <a:t>Chosen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</a:rPr>
              <a:t>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</a:rPr>
              <a:t>methods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</a:rPr>
              <a:t>: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</a:rPr>
              <a:t>decision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</a:rPr>
              <a:t>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</a:rPr>
              <a:t>tree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</a:rPr>
              <a:t>, SVM,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</a:rPr>
              <a:t>Neural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</a:rPr>
              <a:t> Network</a:t>
            </a:r>
            <a:endParaRPr lang="pl-PL" sz="3200" b="0" i="0" u="none" strike="noStrike" dirty="0">
              <a:solidFill>
                <a:srgbClr val="3A3A3A"/>
              </a:solidFill>
              <a:effectLst/>
              <a:latin typeface="Arial" panose="020B0604020202020204" pitchFamily="34" charset="0"/>
            </a:endParaRPr>
          </a:p>
          <a:p>
            <a:endParaRPr lang="pl-PL" sz="3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4556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C557B6-7843-438F-B2FC-6BFF48D0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l-PL" sz="5400" dirty="0"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76843C5B-0FD0-492D-8B95-677010785E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087" y="2743935"/>
            <a:ext cx="8568015" cy="3380640"/>
          </a:xfrm>
        </p:spPr>
      </p:pic>
    </p:spTree>
    <p:extLst>
      <p:ext uri="{BB962C8B-B14F-4D97-AF65-F5344CB8AC3E}">
        <p14:creationId xmlns:p14="http://schemas.microsoft.com/office/powerpoint/2010/main" val="3576263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E06ACB-5E5B-4C80-B529-81DFB01EF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030" y="485775"/>
            <a:ext cx="6865096" cy="1771649"/>
          </a:xfrm>
        </p:spPr>
        <p:txBody>
          <a:bodyPr>
            <a:noAutofit/>
          </a:bodyPr>
          <a:lstStyle/>
          <a:p>
            <a:pPr algn="ctr"/>
            <a:r>
              <a:rPr lang="pl-PL" sz="5400" dirty="0">
                <a:latin typeface="Arial" panose="020B0604020202020204" pitchFamily="34" charset="0"/>
                <a:cs typeface="Arial" panose="020B0604020202020204" pitchFamily="34" charset="0"/>
              </a:rPr>
              <a:t>NEURAL NETWORK ( </a:t>
            </a:r>
            <a:r>
              <a:rPr lang="pl-PL" sz="5400" dirty="0" err="1">
                <a:latin typeface="Arial" panose="020B0604020202020204" pitchFamily="34" charset="0"/>
                <a:cs typeface="Arial" panose="020B0604020202020204" pitchFamily="34" charset="0"/>
              </a:rPr>
              <a:t>MLPRegressor</a:t>
            </a:r>
            <a:r>
              <a:rPr lang="pl-PL" sz="5400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4AA34BB-42A8-4ACB-8039-288E3FC72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602" y="2738964"/>
            <a:ext cx="8667374" cy="3429059"/>
          </a:xfrm>
        </p:spPr>
      </p:pic>
    </p:spTree>
    <p:extLst>
      <p:ext uri="{BB962C8B-B14F-4D97-AF65-F5344CB8AC3E}">
        <p14:creationId xmlns:p14="http://schemas.microsoft.com/office/powerpoint/2010/main" val="3200982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885B00-96BA-4FF3-B204-E8D2E1329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l-PL" sz="5400" dirty="0">
                <a:latin typeface="Arial" panose="020B0604020202020204" pitchFamily="34" charset="0"/>
                <a:cs typeface="Arial" panose="020B0604020202020204" pitchFamily="34" charset="0"/>
              </a:rPr>
              <a:t>DECISSION TREE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23543B96-079A-44B9-8934-5B5D38BCF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081" y="2724150"/>
            <a:ext cx="9180796" cy="3708400"/>
          </a:xfrm>
        </p:spPr>
      </p:pic>
    </p:spTree>
    <p:extLst>
      <p:ext uri="{BB962C8B-B14F-4D97-AF65-F5344CB8AC3E}">
        <p14:creationId xmlns:p14="http://schemas.microsoft.com/office/powerpoint/2010/main" val="415384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F4D78B-06B5-40AC-B8A0-A67ED7E8E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919446" cy="1027852"/>
          </a:xfrm>
        </p:spPr>
        <p:txBody>
          <a:bodyPr>
            <a:noAutofit/>
          </a:bodyPr>
          <a:lstStyle/>
          <a:p>
            <a:pPr algn="ctr"/>
            <a:r>
              <a:rPr lang="pl-PL" sz="5400" dirty="0">
                <a:latin typeface="Arial" panose="020B0604020202020204" pitchFamily="34" charset="0"/>
                <a:cs typeface="Arial" panose="020B0604020202020204" pitchFamily="34" charset="0"/>
              </a:rPr>
              <a:t>COMPARISON OF METHODS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C2E97701-E6C4-455A-99B5-E88D069CF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497" y="2667001"/>
            <a:ext cx="9108291" cy="3743960"/>
          </a:xfrm>
        </p:spPr>
      </p:pic>
    </p:spTree>
    <p:extLst>
      <p:ext uri="{BB962C8B-B14F-4D97-AF65-F5344CB8AC3E}">
        <p14:creationId xmlns:p14="http://schemas.microsoft.com/office/powerpoint/2010/main" val="1334450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F205D8-5C16-43F4-A5D8-8D2BB1C8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l-PL" sz="540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141D90F-0D0C-41BE-BAFD-9C591DA9B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endParaRPr lang="pl-PL" sz="3200" dirty="0">
              <a:solidFill>
                <a:srgbClr val="3A3A3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network of the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pl-PL" sz="3200" dirty="0">
              <a:solidFill>
                <a:srgbClr val="3A3A3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Anticipation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suprise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fear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valency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pl-PL" sz="32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3200" dirty="0" err="1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endParaRPr lang="pl-PL" sz="3200" dirty="0">
              <a:solidFill>
                <a:srgbClr val="3A3A3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529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496702F-AAB3-452F-AFA7-42301CF71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40100"/>
            <a:ext cx="10515600" cy="14414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54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456562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on (sala konferencyjna)">
  <a:themeElements>
    <a:clrScheme name="Jon (sala konferencyjna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Jon (sala konferencyjna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on (sala konferencyjna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TM02900722[[fn=Jon (konferencyjny)]]</Template>
  <TotalTime>69</TotalTime>
  <Words>72</Words>
  <Application>Microsoft Office PowerPoint</Application>
  <PresentationFormat>Panoramiczny</PresentationFormat>
  <Paragraphs>18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Jon (sala konferencyjna)</vt:lpstr>
      <vt:lpstr>PREDICTION OF THE EMOTION - RESULTS</vt:lpstr>
      <vt:lpstr>RECAP</vt:lpstr>
      <vt:lpstr>SVM</vt:lpstr>
      <vt:lpstr>NEURAL NETWORK ( MLPRegressor )</vt:lpstr>
      <vt:lpstr>DECISSION TREE</vt:lpstr>
      <vt:lpstr>COMPARISON OF METHODS</vt:lpstr>
      <vt:lpstr>CONCLUSIONS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RESULTS</dc:title>
  <dc:creator>Mateusz Guściora (228884)</dc:creator>
  <cp:lastModifiedBy>Mateusz Guściora (228884)</cp:lastModifiedBy>
  <cp:revision>5</cp:revision>
  <dcterms:created xsi:type="dcterms:W3CDTF">2022-01-19T12:50:42Z</dcterms:created>
  <dcterms:modified xsi:type="dcterms:W3CDTF">2022-01-19T13:59:53Z</dcterms:modified>
</cp:coreProperties>
</file>